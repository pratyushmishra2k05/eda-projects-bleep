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Bank Marketing 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DCDE"/>
                </a:solidFill>
              </a:defRPr>
            </a:pPr>
            <a:r>
              <a:t>Exploratory Data Analysis • UCI Bank Marketing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886200"/>
            <a:ext cx="2011680" cy="73152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2DCE4"/>
                </a:solidFill>
              </a:defRPr>
            </a:pPr>
            <a:r>
              <a:t>Prepared as part of an EDA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Understanding term-deposit subscriptions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Measure the overall subscription rate.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Compare outcomes across job, education, marital and contact groups.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Explore monthly patterns and campaign activity.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Identify associations that may inform future campaign planning.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Keep observed relationships separate from causal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Dataset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Source: UCI Bank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45,211 rows and 17 original columns.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Pandas reported no missing values and no exact duplicate rows.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Some categorical fields contain 'unknown'; these are not null values.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Target variable y was mapped to 1 for yes and 0 for no.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t>Subscription rate calculations use the full dataset unless stated otherwise.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Campaign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Observed outcomes in the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45,211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043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015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5,289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187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Subscriptions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78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11.70%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Subscription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9690" y="1828800"/>
            <a:ext cx="252603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9418" y="2011680"/>
            <a:ext cx="230657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7D87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1130" y="2578608"/>
            <a:ext cx="234315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741"/>
                </a:solidFill>
              </a:defRPr>
            </a:pPr>
            <a:r>
              <a:t>Nulls reported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  <a:latin typeface="Aptos"/>
              </a:defRPr>
            </a:pPr>
            <a:r>
              <a:t>The target is imbalanced: most records are non-subscriptions.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Customer and contact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Observed subscription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Students: 28.68%; retired customers: 22.79%.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Tertiary education: 15.01%.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Cellular contact: 14.92%; telephone: 13.42%; unknown contact: 4.07%.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March had the highest observed monthly subscription rate at 51.99%.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Group sizes and campaign timing should be considered when comparing 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Interpretation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Using the findings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Investigate the needs and preferences of student and retired customer groups.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Compare contact methods alongside costs and sample sizes.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Review monthly performance before allocating future campaign resources.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Examine previous campaign outcomes and contact frequency.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Call duration is measured after the call, so it is not a pre-call targeting feature.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04A"/>
                </a:solidFill>
                <a:latin typeface="Aptos Display"/>
              </a:defRPr>
            </a:pPr>
            <a:r>
              <a:t>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C78"/>
                </a:solidFill>
                <a:latin typeface="Aptos"/>
              </a:defRPr>
            </a:pPr>
            <a:r>
              <a:t>What the analysis can and cannot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The analysis is observational and does not establish causation.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'Unknown' categories may affect interpretation.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High monthly rates may reflect sample composition or campaign timing.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Results may not generalize to other campaigns or time periods.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The EDA highlights useful patterns for further investigation, not guaranteed predictors of success.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22860"/>
          </a:xfrm>
          <a:prstGeom prst="rect">
            <a:avLst/>
          </a:prstGeom>
          <a:solidFill>
            <a:srgbClr val="23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C78"/>
                </a:solidFill>
              </a:defRPr>
            </a:pPr>
            <a:r>
              <a:t>Bank Marketing  •  EDA Portfolio  •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