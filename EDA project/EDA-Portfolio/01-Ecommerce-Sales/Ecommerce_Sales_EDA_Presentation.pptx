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E-Commerce Sales &amp; Customer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DCDE"/>
                </a:solidFill>
              </a:defRPr>
            </a:pPr>
            <a:r>
              <a:t>Exploratory Data Analysis • UCI Online Retail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2011680" cy="73152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DCE4"/>
                </a:solidFill>
              </a:defRPr>
            </a:pPr>
            <a:r>
              <a:t>Prepared as part of an EDA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Questions guiding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Understand transaction-level sales and revenue patterns.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Compare product and country performance.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Explore monthly trends and weekday differences.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Examine customer spending and relationships between quantity, price and revenue.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Translate observed patterns into practical questions for retail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E-Commerce Sales  •  EDA Portfolio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Dataset and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Source: UCI Online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Original dataset: 541,909 rows and 8 columns.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Exact duplicate rows and records without descriptions were removed.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Customer-linked analysis excludes rows without CustomerID.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Completed-sales analysis excludes cancellations, non-positive quantities and non-positive unit prices.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Final completed-sales dataset: 392,692 transaction 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E-Commerce Sales  •  EDA Portfolio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Metrics from the cleaned completed-sales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£8.89M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043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015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18,532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187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Completed invoices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4,338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Unique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969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941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£479.56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113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Average invoice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These figures depend on the cleaning rules used in the notebook.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E-Commerce Sales  •  EDA Portfolio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Patterns observed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Findings from the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The United Kingdom generated the highest revenue.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Outside the UK, the Netherlands ranked highest by revenue.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November 2011 was the highest-revenue month among the months displayed.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PAPER CRAFT, LITTLE BIRDIE was the top product by revenue.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Thursday recorded the highest weekday revenue; quantity and line revenue had a strong positive correlation (about 0.91).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E-Commerce Sales  •  EDA Portfolio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Recommendations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How the findings could be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Monitor high-revenue products and review stock availability.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Compare markets outside the UK for potential growth opportunities.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Investigate monthly variation before making seasonal inventory decisions.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Review cancellation patterns and customer retention opportunities.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Historical, observational data does not establish causation; missing CustomerIDs limit customer-level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E-Commerce Sales  •  EDA Portfolio  •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